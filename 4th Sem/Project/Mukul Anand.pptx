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9" r:id="rId2"/>
    <p:sldId id="270" r:id="rId3"/>
    <p:sldId id="271" r:id="rId4"/>
    <p:sldId id="272" r:id="rId5"/>
    <p:sldId id="273" r:id="rId6"/>
    <p:sldId id="263" r:id="rId7"/>
    <p:sldId id="274" r:id="rId8"/>
    <p:sldId id="275" r:id="rId9"/>
    <p:sldId id="276" r:id="rId10"/>
    <p:sldId id="277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3888">
          <p15:clr>
            <a:srgbClr val="A4A3A4"/>
          </p15:clr>
        </p15:guide>
        <p15:guide id="5" orient="horz" pos="3072">
          <p15:clr>
            <a:srgbClr val="A4A3A4"/>
          </p15:clr>
        </p15:guide>
        <p15:guide id="6" orient="horz" pos="432">
          <p15:clr>
            <a:srgbClr val="A4A3A4"/>
          </p15:clr>
        </p15:guide>
        <p15:guide id="7" orient="horz" pos="3648">
          <p15:clr>
            <a:srgbClr val="A4A3A4"/>
          </p15:clr>
        </p15:guide>
        <p15:guide id="8" pos="3839">
          <p15:clr>
            <a:srgbClr val="A4A3A4"/>
          </p15:clr>
        </p15:guide>
        <p15:guide id="9" pos="767">
          <p15:clr>
            <a:srgbClr val="A4A3A4"/>
          </p15:clr>
        </p15:guide>
        <p15:guide id="10" pos="6911">
          <p15:clr>
            <a:srgbClr val="A4A3A4"/>
          </p15:clr>
        </p15:guide>
        <p15:guide id="11" pos="5711">
          <p15:clr>
            <a:srgbClr val="A4A3A4"/>
          </p15:clr>
        </p15:guide>
        <p15:guide id="12" pos="7247">
          <p15:clr>
            <a:srgbClr val="A4A3A4"/>
          </p15:clr>
        </p15:guide>
        <p15:guide id="13" pos="3695">
          <p15:clr>
            <a:srgbClr val="A4A3A4"/>
          </p15:clr>
        </p15:guide>
        <p15:guide id="14" pos="431">
          <p15:clr>
            <a:srgbClr val="A4A3A4"/>
          </p15:clr>
        </p15:guide>
        <p15:guide id="15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8" d="100"/>
          <a:sy n="78" d="100"/>
        </p:scale>
        <p:origin x="878" y="62"/>
      </p:cViewPr>
      <p:guideLst>
        <p:guide orient="horz" pos="2160"/>
        <p:guide orient="horz" pos="1008"/>
        <p:guide orient="horz" pos="1152"/>
        <p:guide orient="horz" pos="3888"/>
        <p:guide orient="horz" pos="3072"/>
        <p:guide orient="horz" pos="432"/>
        <p:guide orient="horz" pos="3648"/>
        <p:guide pos="3839"/>
        <p:guide pos="767"/>
        <p:guide pos="6911"/>
        <p:guide pos="5711"/>
        <p:guide pos="7247"/>
        <p:guide pos="3695"/>
        <p:guide pos="431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Anand" userId="90414dae95142a4c" providerId="LiveId" clId="{63217B87-B7E7-4381-8B07-F5247D178DD2}"/>
    <pc:docChg chg="custSel modSld">
      <pc:chgData name="Mukul Anand" userId="90414dae95142a4c" providerId="LiveId" clId="{63217B87-B7E7-4381-8B07-F5247D178DD2}" dt="2024-10-19T18:02:55.567" v="204" actId="20577"/>
      <pc:docMkLst>
        <pc:docMk/>
      </pc:docMkLst>
      <pc:sldChg chg="modSp mod">
        <pc:chgData name="Mukul Anand" userId="90414dae95142a4c" providerId="LiveId" clId="{63217B87-B7E7-4381-8B07-F5247D178DD2}" dt="2024-10-19T18:01:51.183" v="164" actId="20577"/>
        <pc:sldMkLst>
          <pc:docMk/>
          <pc:sldMk cId="2553946872" sldId="263"/>
        </pc:sldMkLst>
        <pc:spChg chg="mod">
          <ac:chgData name="Mukul Anand" userId="90414dae95142a4c" providerId="LiveId" clId="{63217B87-B7E7-4381-8B07-F5247D178DD2}" dt="2024-10-19T18:01:51.183" v="164" actId="20577"/>
          <ac:spMkLst>
            <pc:docMk/>
            <pc:sldMk cId="2553946872" sldId="263"/>
            <ac:spMk id="9" creationId="{00000000-0000-0000-0000-000000000000}"/>
          </ac:spMkLst>
        </pc:spChg>
      </pc:sldChg>
      <pc:sldChg chg="modSp mod">
        <pc:chgData name="Mukul Anand" userId="90414dae95142a4c" providerId="LiveId" clId="{63217B87-B7E7-4381-8B07-F5247D178DD2}" dt="2024-10-19T18:02:55.567" v="204" actId="20577"/>
        <pc:sldMkLst>
          <pc:docMk/>
          <pc:sldMk cId="1192260098" sldId="271"/>
        </pc:sldMkLst>
        <pc:spChg chg="mod">
          <ac:chgData name="Mukul Anand" userId="90414dae95142a4c" providerId="LiveId" clId="{63217B87-B7E7-4381-8B07-F5247D178DD2}" dt="2024-10-19T18:02:55.567" v="204" actId="20577"/>
          <ac:spMkLst>
            <pc:docMk/>
            <pc:sldMk cId="1192260098" sldId="271"/>
            <ac:spMk id="2" creationId="{00000000-0000-0000-0000-000000000000}"/>
          </ac:spMkLst>
        </pc:spChg>
      </pc:sldChg>
      <pc:sldChg chg="modSp mod">
        <pc:chgData name="Mukul Anand" userId="90414dae95142a4c" providerId="LiveId" clId="{63217B87-B7E7-4381-8B07-F5247D178DD2}" dt="2024-10-19T18:01:18.524" v="138" actId="20577"/>
        <pc:sldMkLst>
          <pc:docMk/>
          <pc:sldMk cId="883091254" sldId="272"/>
        </pc:sldMkLst>
        <pc:spChg chg="mod">
          <ac:chgData name="Mukul Anand" userId="90414dae95142a4c" providerId="LiveId" clId="{63217B87-B7E7-4381-8B07-F5247D178DD2}" dt="2024-10-19T18:01:18.524" v="138" actId="20577"/>
          <ac:spMkLst>
            <pc:docMk/>
            <pc:sldMk cId="883091254" sldId="272"/>
            <ac:spMk id="3" creationId="{00000000-0000-0000-0000-000000000000}"/>
          </ac:spMkLst>
        </pc:spChg>
      </pc:sldChg>
      <pc:sldChg chg="modSp mod">
        <pc:chgData name="Mukul Anand" userId="90414dae95142a4c" providerId="LiveId" clId="{63217B87-B7E7-4381-8B07-F5247D178DD2}" dt="2024-10-19T18:01:34.627" v="150" actId="20577"/>
        <pc:sldMkLst>
          <pc:docMk/>
          <pc:sldMk cId="489730590" sldId="273"/>
        </pc:sldMkLst>
        <pc:spChg chg="mod">
          <ac:chgData name="Mukul Anand" userId="90414dae95142a4c" providerId="LiveId" clId="{63217B87-B7E7-4381-8B07-F5247D178DD2}" dt="2024-10-19T18:01:34.627" v="150" actId="20577"/>
          <ac:spMkLst>
            <pc:docMk/>
            <pc:sldMk cId="489730590" sldId="273"/>
            <ac:spMk id="6" creationId="{00000000-0000-0000-0000-000000000000}"/>
          </ac:spMkLst>
        </pc:spChg>
      </pc:sldChg>
      <pc:sldChg chg="modSp mod">
        <pc:chgData name="Mukul Anand" userId="90414dae95142a4c" providerId="LiveId" clId="{63217B87-B7E7-4381-8B07-F5247D178DD2}" dt="2024-10-19T18:02:00.481" v="176" actId="20577"/>
        <pc:sldMkLst>
          <pc:docMk/>
          <pc:sldMk cId="4040197162" sldId="274"/>
        </pc:sldMkLst>
        <pc:spChg chg="mod">
          <ac:chgData name="Mukul Anand" userId="90414dae95142a4c" providerId="LiveId" clId="{63217B87-B7E7-4381-8B07-F5247D178DD2}" dt="2024-10-19T18:02:00.481" v="176" actId="20577"/>
          <ac:spMkLst>
            <pc:docMk/>
            <pc:sldMk cId="4040197162" sldId="274"/>
            <ac:spMk id="5" creationId="{00000000-0000-0000-0000-000000000000}"/>
          </ac:spMkLst>
        </pc:spChg>
      </pc:sldChg>
      <pc:sldChg chg="modSp mod">
        <pc:chgData name="Mukul Anand" userId="90414dae95142a4c" providerId="LiveId" clId="{63217B87-B7E7-4381-8B07-F5247D178DD2}" dt="2024-10-19T18:02:19.485" v="188" actId="20577"/>
        <pc:sldMkLst>
          <pc:docMk/>
          <pc:sldMk cId="2600421583" sldId="275"/>
        </pc:sldMkLst>
        <pc:spChg chg="mod">
          <ac:chgData name="Mukul Anand" userId="90414dae95142a4c" providerId="LiveId" clId="{63217B87-B7E7-4381-8B07-F5247D178DD2}" dt="2024-10-19T18:02:19.485" v="188" actId="20577"/>
          <ac:spMkLst>
            <pc:docMk/>
            <pc:sldMk cId="2600421583" sldId="27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10/19/2024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10/19/2024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a map of your country.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24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Insert a picture of one of the geographic features of your country.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92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dirty="0"/>
              <a:t>Insert a picture illustrating a season in your country.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4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dirty="0"/>
              <a:t>Insert a picture of an animal and or plant found in your country.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40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A181B6-B371-4031-9CBE-ED0985B01CB6}" type="slidenum">
              <a:rPr lang="en-US"/>
              <a:pPr/>
              <a:t>6</a:t>
            </a:fld>
            <a:endParaRPr lang="en-US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key points in the history of your country to the timeline.</a:t>
            </a:r>
          </a:p>
        </p:txBody>
      </p:sp>
    </p:spTree>
    <p:extLst>
      <p:ext uri="{BB962C8B-B14F-4D97-AF65-F5344CB8AC3E}">
        <p14:creationId xmlns:p14="http://schemas.microsoft.com/office/powerpoint/2010/main" val="2229052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dirty="0"/>
              <a:t>Insert a picture illustrating a custom or tradition here.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20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dirty="0"/>
              <a:t>Insert a picture of the head leader of your country.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51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dirty="0"/>
              <a:t>Insert a picture that illustrates some part of your country’s economy.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72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dirty="0"/>
              <a:t>Insert a picture of one of the points of interest for your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6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7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5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2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5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0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6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8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8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4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5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 smtClean="0"/>
              <a:t>10/19/2024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1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9000">
              <a:schemeClr val="bg1"/>
            </a:gs>
            <a:gs pos="40000">
              <a:schemeClr val="bg2"/>
            </a:gs>
            <a:gs pos="10000">
              <a:schemeClr val="bg1">
                <a:lumMod val="95000"/>
              </a:schemeClr>
            </a:gs>
            <a:gs pos="100000">
              <a:schemeClr val="bg2">
                <a:lumMod val="9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ltGray">
          <a:xfrm>
            <a:off x="146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 lang="en-US" smtClean="0"/>
              <a:pPr/>
              <a:t>10/19/2024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1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74520" indent="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09836" y="908720"/>
            <a:ext cx="10657184" cy="3048001"/>
          </a:xfrm>
        </p:spPr>
        <p:txBody>
          <a:bodyPr/>
          <a:lstStyle/>
          <a:p>
            <a:r>
              <a:rPr lang="en-US" dirty="0"/>
              <a:t>Different Models </a:t>
            </a:r>
            <a:br>
              <a:rPr lang="en-US" dirty="0"/>
            </a:br>
            <a:r>
              <a:rPr lang="en-US" dirty="0"/>
              <a:t>of Governing Systems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53852" y="4365104"/>
            <a:ext cx="7848600" cy="1143000"/>
          </a:xfrm>
        </p:spPr>
        <p:txBody>
          <a:bodyPr/>
          <a:lstStyle/>
          <a:p>
            <a:r>
              <a:rPr lang="en-US" dirty="0"/>
              <a:t>Mukul Anand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0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0">
              <a:schemeClr val="bg1"/>
            </a:gs>
            <a:gs pos="42000">
              <a:schemeClr val="bg2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Governing System?</a:t>
            </a:r>
          </a:p>
          <a:p>
            <a:r>
              <a:rPr lang="en-US" dirty="0"/>
              <a:t>A governing system is the way a country or place is run. It decides who has the power to make rules and how decisions are made for everyone.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95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Democracy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9737935" cy="4343400"/>
          </a:xfrm>
        </p:spPr>
        <p:txBody>
          <a:bodyPr>
            <a:normAutofit/>
          </a:bodyPr>
          <a:lstStyle/>
          <a:p>
            <a:r>
              <a:rPr lang="en-US" dirty="0"/>
              <a:t>In a democracy, people have the power. They vote to choose their leaders and make decisions.</a:t>
            </a:r>
          </a:p>
          <a:p>
            <a:r>
              <a:rPr lang="en-IN"/>
              <a:t> Examples: </a:t>
            </a:r>
            <a:r>
              <a:rPr lang="en-IN" dirty="0"/>
              <a:t>USA, India</a:t>
            </a:r>
            <a:endParaRPr lang="en-US" dirty="0"/>
          </a:p>
          <a:p>
            <a:r>
              <a:rPr lang="en-IN" b="1" dirty="0"/>
              <a:t>Key Features:</a:t>
            </a:r>
            <a:endParaRPr lang="en-IN" dirty="0"/>
          </a:p>
          <a:p>
            <a:r>
              <a:rPr lang="en-IN" dirty="0"/>
              <a:t>Free and fair elections</a:t>
            </a:r>
          </a:p>
          <a:p>
            <a:r>
              <a:rPr lang="en-US" dirty="0"/>
              <a:t>Majority rule, but with protection for minorities</a:t>
            </a:r>
            <a:endParaRPr lang="en-IN" dirty="0"/>
          </a:p>
          <a:p>
            <a:r>
              <a:rPr lang="en-US" dirty="0"/>
              <a:t>Freedom of speech and rights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66770E-2DDD-F545-13C8-663C0A483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708" y="2776364"/>
            <a:ext cx="3022614" cy="24482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9226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Monarchy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10261733" cy="4343400"/>
          </a:xfrm>
        </p:spPr>
        <p:txBody>
          <a:bodyPr>
            <a:normAutofit/>
          </a:bodyPr>
          <a:lstStyle/>
          <a:p>
            <a:r>
              <a:rPr lang="en-US" dirty="0"/>
              <a:t>A monarchy is ruled by a king or queen. The power is passed down through family.</a:t>
            </a:r>
          </a:p>
          <a:p>
            <a:r>
              <a:rPr lang="en-IN" dirty="0"/>
              <a:t>Examples: </a:t>
            </a:r>
            <a:r>
              <a:rPr lang="en-US" dirty="0"/>
              <a:t>United Kingdom, Saudi Arabia</a:t>
            </a:r>
            <a:r>
              <a:rPr lang="en-IN" dirty="0"/>
              <a:t>Key</a:t>
            </a:r>
          </a:p>
          <a:p>
            <a:r>
              <a:rPr lang="en-IN" b="1" dirty="0"/>
              <a:t>Key Features:</a:t>
            </a:r>
            <a:endParaRPr lang="en-IN" dirty="0"/>
          </a:p>
          <a:p>
            <a:r>
              <a:rPr lang="en-US" dirty="0"/>
              <a:t>The king or queen is the leader</a:t>
            </a:r>
            <a:endParaRPr lang="en-IN" dirty="0"/>
          </a:p>
          <a:p>
            <a:r>
              <a:rPr lang="en-US" dirty="0"/>
              <a:t>In some places, they have all the power                               (absolute monarchy), while in others they                                          share it with elected officials                                                   (constitutional monarchy)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470A35-35DF-2A2F-0BAB-BBEEF3FEF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628" y="3501008"/>
            <a:ext cx="3657984" cy="24386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88309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Dictatorship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9973701" cy="4343400"/>
          </a:xfrm>
        </p:spPr>
        <p:txBody>
          <a:bodyPr/>
          <a:lstStyle/>
          <a:p>
            <a:r>
              <a:rPr lang="en-US" dirty="0"/>
              <a:t>In a dictatorship, one person has all the power, and they usually take control by force.</a:t>
            </a:r>
          </a:p>
          <a:p>
            <a:r>
              <a:rPr lang="en-IN" dirty="0"/>
              <a:t>Examples: North Korea, Syria</a:t>
            </a:r>
            <a:endParaRPr lang="en-US" dirty="0"/>
          </a:p>
          <a:p>
            <a:r>
              <a:rPr lang="en-IN" b="1" dirty="0"/>
              <a:t>Key Features:</a:t>
            </a:r>
            <a:endParaRPr lang="en-US" dirty="0"/>
          </a:p>
          <a:p>
            <a:r>
              <a:rPr lang="en-IN" dirty="0"/>
              <a:t>No free elections</a:t>
            </a:r>
            <a:endParaRPr lang="en-US" dirty="0"/>
          </a:p>
          <a:p>
            <a:r>
              <a:rPr lang="en-US" dirty="0"/>
              <a:t>Little or no freedom for the people</a:t>
            </a:r>
          </a:p>
          <a:p>
            <a:r>
              <a:rPr lang="en-US" dirty="0"/>
              <a:t>The leader makes all decisions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034C5-D8E3-F519-48E4-FFCBF3CB3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421" y="3068960"/>
            <a:ext cx="3563558" cy="273630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8973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Communism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communism, the government controls everything, and there is no private property. The goal is for everyone to be equal.</a:t>
            </a:r>
          </a:p>
          <a:p>
            <a:r>
              <a:rPr lang="en-IN" dirty="0"/>
              <a:t>Examples: China, Cuba</a:t>
            </a:r>
            <a:endParaRPr lang="en-US" dirty="0"/>
          </a:p>
          <a:p>
            <a:r>
              <a:rPr lang="en-IN" b="1" dirty="0"/>
              <a:t>Key Features:</a:t>
            </a:r>
            <a:endParaRPr lang="en-US" dirty="0"/>
          </a:p>
          <a:p>
            <a:r>
              <a:rPr lang="en-US" dirty="0"/>
              <a:t>Government owns all land and businesses</a:t>
            </a:r>
          </a:p>
          <a:p>
            <a:r>
              <a:rPr lang="en-US" dirty="0"/>
              <a:t>Everyone gets the same amount of resources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397CB-FEA5-BBE3-2BF2-73CC1288C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708" y="2909218"/>
            <a:ext cx="2763688" cy="27636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5394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Republic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9541653" cy="4343400"/>
          </a:xfrm>
        </p:spPr>
        <p:txBody>
          <a:bodyPr/>
          <a:lstStyle/>
          <a:p>
            <a:r>
              <a:rPr lang="en-US" dirty="0"/>
              <a:t>A republic is a type of democracy where the people elect representatives to make decisions for them.</a:t>
            </a:r>
          </a:p>
          <a:p>
            <a:r>
              <a:rPr lang="en-IN" dirty="0"/>
              <a:t>Examples: USA, Brazil</a:t>
            </a:r>
            <a:endParaRPr lang="en-US" dirty="0"/>
          </a:p>
          <a:p>
            <a:r>
              <a:rPr lang="en-IN" b="1" dirty="0"/>
              <a:t>Key Features:</a:t>
            </a:r>
            <a:endParaRPr lang="en-US" dirty="0"/>
          </a:p>
          <a:p>
            <a:r>
              <a:rPr lang="en-US" dirty="0"/>
              <a:t>Leaders are elected by the people</a:t>
            </a:r>
          </a:p>
          <a:p>
            <a:r>
              <a:rPr lang="en-US" dirty="0"/>
              <a:t>Rules are based on a constitution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BA7966-05A9-7C97-E1B5-56F19B9F6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636" y="2996952"/>
            <a:ext cx="3085857" cy="28083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4019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Theocracy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10117717" cy="4343400"/>
          </a:xfrm>
        </p:spPr>
        <p:txBody>
          <a:bodyPr/>
          <a:lstStyle/>
          <a:p>
            <a:r>
              <a:rPr lang="en-US" dirty="0"/>
              <a:t>A theocracy is a government run by religious leaders, and laws are based on religious beliefs.</a:t>
            </a:r>
          </a:p>
          <a:p>
            <a:r>
              <a:rPr lang="en-IN" dirty="0"/>
              <a:t>Examples: Iran, Vatican City</a:t>
            </a:r>
            <a:endParaRPr lang="en-US" dirty="0"/>
          </a:p>
          <a:p>
            <a:r>
              <a:rPr lang="en-IN" b="1" dirty="0"/>
              <a:t>Key Features:</a:t>
            </a:r>
            <a:endParaRPr lang="en-IN" dirty="0"/>
          </a:p>
          <a:p>
            <a:r>
              <a:rPr lang="en-US" dirty="0"/>
              <a:t>Religious leaders have the power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Laws follow religious texts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22330E4-4B8F-9583-A021-AA99C5C2C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09265"/>
            <a:ext cx="26481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F4DC25-A243-E316-426D-53C4C40F6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596" y="2852936"/>
            <a:ext cx="2975230" cy="26643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0042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8" y="1828800"/>
            <a:ext cx="10333741" cy="4343400"/>
          </a:xfrm>
        </p:spPr>
        <p:txBody>
          <a:bodyPr/>
          <a:lstStyle/>
          <a:p>
            <a:r>
              <a:rPr lang="en-US" dirty="0"/>
              <a:t>Different governing systems work in different ways. Each has its own strengths and challenges. The best system depends on the values of the people and the country.</a:t>
            </a:r>
          </a:p>
        </p:txBody>
      </p:sp>
    </p:spTree>
    <p:extLst>
      <p:ext uri="{BB962C8B-B14F-4D97-AF65-F5344CB8AC3E}">
        <p14:creationId xmlns:p14="http://schemas.microsoft.com/office/powerpoint/2010/main" val="329899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9956" y="1916832"/>
            <a:ext cx="6912768" cy="2376264"/>
          </a:xfrm>
        </p:spPr>
        <p:txBody>
          <a:bodyPr>
            <a:noAutofit/>
          </a:bodyPr>
          <a:lstStyle/>
          <a:p>
            <a:r>
              <a:rPr lang="en-US" sz="9600" dirty="0">
                <a:latin typeface="Chiller" panose="04020404031007020602" pitchFamily="82" charset="0"/>
              </a:rPr>
              <a:t>   Thank you</a:t>
            </a:r>
          </a:p>
        </p:txBody>
      </p:sp>
    </p:spTree>
    <p:extLst>
      <p:ext uri="{BB962C8B-B14F-4D97-AF65-F5344CB8AC3E}">
        <p14:creationId xmlns:p14="http://schemas.microsoft.com/office/powerpoint/2010/main" val="373235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orld country report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>
        <a:ln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lnSpc>
            <a:spcPct val="90000"/>
          </a:lnSpc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orld country report presentation.potx" id="{FF082492-D6CE-444E-B3E8-FB131EDFAC53}" vid="{71BD5CC8-96B3-46A6-8835-37741E8965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World country report presentation</Template>
  <TotalTime>145</TotalTime>
  <Words>467</Words>
  <Application>Microsoft Office PowerPoint</Application>
  <PresentationFormat>Custom</PresentationFormat>
  <Paragraphs>68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Chiller</vt:lpstr>
      <vt:lpstr>World country report presentation</vt:lpstr>
      <vt:lpstr>Different Models  of Governing Systems</vt:lpstr>
      <vt:lpstr>Introduction</vt:lpstr>
      <vt:lpstr>Democracy</vt:lpstr>
      <vt:lpstr>Monarchy</vt:lpstr>
      <vt:lpstr>Dictatorship</vt:lpstr>
      <vt:lpstr>Communism</vt:lpstr>
      <vt:lpstr>Republic</vt:lpstr>
      <vt:lpstr>Theocracy</vt:lpstr>
      <vt:lpstr>Conclusion</vt:lpstr>
      <vt:lpstr>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Mukul Anand</dc:creator>
  <cp:lastModifiedBy>Mukul Anand</cp:lastModifiedBy>
  <cp:revision>1</cp:revision>
  <dcterms:created xsi:type="dcterms:W3CDTF">2024-10-19T15:37:04Z</dcterms:created>
  <dcterms:modified xsi:type="dcterms:W3CDTF">2024-10-19T18:02:58Z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74068500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