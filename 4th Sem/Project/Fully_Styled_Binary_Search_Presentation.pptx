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Anand" userId="90414dae95142a4c" providerId="LiveId" clId="{29ED0652-0EFD-45DD-9E9D-4F53111DE7DE}"/>
    <pc:docChg chg="addSld">
      <pc:chgData name="Mukul Anand" userId="90414dae95142a4c" providerId="LiveId" clId="{29ED0652-0EFD-45DD-9E9D-4F53111DE7DE}" dt="2025-04-18T06:31:22.619" v="0" actId="680"/>
      <pc:docMkLst>
        <pc:docMk/>
      </pc:docMkLst>
      <pc:sldChg chg="new">
        <pc:chgData name="Mukul Anand" userId="90414dae95142a4c" providerId="LiveId" clId="{29ED0652-0EFD-45DD-9E9D-4F53111DE7DE}" dt="2025-04-18T06:31:22.619" v="0" actId="680"/>
        <pc:sldMkLst>
          <pc:docMk/>
          <pc:sldMk cId="2037505515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0" name="Image 1" descr="Imag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ext 0"/>
          <p:cNvSpPr txBox="1"/>
          <p:nvPr/>
        </p:nvSpPr>
        <p:spPr>
          <a:xfrm>
            <a:off x="793790" y="2184082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Binary Search E-Commerce Project</a:t>
            </a:r>
          </a:p>
        </p:txBody>
      </p:sp>
      <p:sp>
        <p:nvSpPr>
          <p:cNvPr id="122" name="Text 1"/>
          <p:cNvSpPr txBox="1"/>
          <p:nvPr/>
        </p:nvSpPr>
        <p:spPr>
          <a:xfrm>
            <a:off x="793790" y="3941802"/>
            <a:ext cx="7556422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 dirty="0">
                <a:solidFill>
                  <a:srgbClr val="000000"/>
                </a:solidFill>
                <a:latin typeface="Calibri"/>
              </a:rPr>
              <a:t> This presentation explores our e-commerce website and how we implemented binary search to improve search efficiency. Learn about the technologies we used and the challenges we overcame during development.</a:t>
            </a:r>
          </a:p>
        </p:txBody>
      </p:sp>
      <p:sp>
        <p:nvSpPr>
          <p:cNvPr id="123" name="Shape 2"/>
          <p:cNvSpPr/>
          <p:nvPr/>
        </p:nvSpPr>
        <p:spPr>
          <a:xfrm>
            <a:off x="793790" y="5665470"/>
            <a:ext cx="362904" cy="362904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Text 3"/>
          <p:cNvSpPr txBox="1"/>
          <p:nvPr/>
        </p:nvSpPr>
        <p:spPr>
          <a:xfrm>
            <a:off x="1270040" y="5648562"/>
            <a:ext cx="3351722" cy="189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3100"/>
              </a:lnSpc>
              <a:defRPr sz="2200" b="1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defRPr>
            </a:pPr>
            <a:r>
              <a:rPr sz="2000" b="1">
                <a:solidFill>
                  <a:srgbClr val="000000"/>
                </a:solidFill>
                <a:latin typeface="Calibri"/>
              </a:rPr>
              <a:t>Made by :-</a:t>
            </a:r>
          </a:p>
          <a:p>
            <a:pPr>
              <a:lnSpc>
                <a:spcPts val="3100"/>
              </a:lnSpc>
              <a:defRPr sz="2200" b="1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defRPr>
            </a:pPr>
            <a:r>
              <a:rPr sz="2000" b="1">
                <a:solidFill>
                  <a:srgbClr val="000000"/>
                </a:solidFill>
                <a:latin typeface="Calibri"/>
              </a:rPr>
              <a:t>Pardeep Kumar(2330165)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sz="2000" b="1">
                <a:solidFill>
                  <a:srgbClr val="000000"/>
                </a:solidFill>
                <a:latin typeface="Calibri"/>
                <a:ea typeface="Arimo Bold"/>
                <a:cs typeface="Arimo Bold"/>
                <a:sym typeface="Arimo Bold"/>
              </a:rPr>
              <a:t>Pawan Sharma(2330166)</a:t>
            </a:r>
            <a:endParaRPr sz="2200" b="1">
              <a:solidFill>
                <a:srgbClr val="2A2742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>
              <a:lnSpc>
                <a:spcPts val="3100"/>
              </a:lnSpc>
              <a:defRPr sz="2200"/>
            </a:pPr>
            <a:r>
              <a:rPr sz="2000" b="1">
                <a:solidFill>
                  <a:srgbClr val="000000"/>
                </a:solidFill>
                <a:latin typeface="Calibri"/>
                <a:ea typeface="Arimo Bold"/>
                <a:cs typeface="Arimo Bold"/>
                <a:sym typeface="Arimo Bold"/>
              </a:rPr>
              <a:t>Mukul Anand(2330155)</a:t>
            </a:r>
            <a:endParaRPr b="1">
              <a:solidFill>
                <a:srgbClr val="2A2742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>
              <a:lnSpc>
                <a:spcPts val="3100"/>
              </a:lnSpc>
              <a:defRPr sz="2200"/>
            </a:pPr>
            <a:r>
              <a:rPr sz="2000" b="1">
                <a:solidFill>
                  <a:srgbClr val="000000"/>
                </a:solidFill>
                <a:latin typeface="Calibri"/>
                <a:ea typeface="Arimo Bold"/>
                <a:cs typeface="Arimo Bold"/>
                <a:sym typeface="Arimo Bold"/>
              </a:rPr>
              <a:t>Piyush Raj(2330169)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 0"/>
          <p:cNvSpPr txBox="1"/>
          <p:nvPr/>
        </p:nvSpPr>
        <p:spPr>
          <a:xfrm>
            <a:off x="6280189" y="2510076"/>
            <a:ext cx="7556422" cy="1385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Introduction: What is Binary Search?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6280189" y="4267794"/>
            <a:ext cx="7556422" cy="104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pPr>
            <a:r>
              <a:rPr sz="2000" b="1">
                <a:solidFill>
                  <a:srgbClr val="000000"/>
                </a:solidFill>
                <a:latin typeface="Calibri"/>
              </a:rPr>
              <a:t>Binary search is an efficient algorithm for finding a target value within a sorted dataset. It works by repeatedly dividing the search interval in half. Its time complexity is O(log n), making it faster than linear search for large datasets.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5055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835236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 0"/>
          <p:cNvSpPr txBox="1"/>
          <p:nvPr/>
        </p:nvSpPr>
        <p:spPr>
          <a:xfrm>
            <a:off x="793789" y="4644985"/>
            <a:ext cx="10623899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Project Overview: E-Commerce Website</a:t>
            </a:r>
          </a:p>
        </p:txBody>
      </p:sp>
      <p:sp>
        <p:nvSpPr>
          <p:cNvPr id="132" name="Text 1"/>
          <p:cNvSpPr txBox="1"/>
          <p:nvPr/>
        </p:nvSpPr>
        <p:spPr>
          <a:xfrm>
            <a:off x="793790" y="5693926"/>
            <a:ext cx="13042822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Our project is a fully functional e-commerce website. Built using HTML, CSS, and JavaScript, its core feature is product search. We implemented binary search in JavaScript to enable quick and precise product retrieval.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 0"/>
          <p:cNvSpPr txBox="1"/>
          <p:nvPr/>
        </p:nvSpPr>
        <p:spPr>
          <a:xfrm>
            <a:off x="6280189" y="2691526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HTML Structure: Building the Foundation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6280189" y="4449247"/>
            <a:ext cx="7556422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The HTML structure includes a product listing section. It also features a prominent search bar. The structure is built with semantic HTML elements and clean code.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/>
        </p:nvSpPr>
        <p:spPr>
          <a:xfrm>
            <a:off x="736741" y="690506"/>
            <a:ext cx="12838908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CSS Styling: Visual Appeal and User Experience</a:t>
            </a:r>
          </a:p>
        </p:txBody>
      </p:sp>
      <p:pic>
        <p:nvPicPr>
          <p:cNvPr id="13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048" y="4434482"/>
            <a:ext cx="510303" cy="453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96" y="1956771"/>
            <a:ext cx="8588190" cy="5582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9" y="1515360"/>
            <a:ext cx="6683533" cy="43442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054" y="1515360"/>
            <a:ext cx="6683533" cy="4344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 0"/>
          <p:cNvSpPr txBox="1"/>
          <p:nvPr/>
        </p:nvSpPr>
        <p:spPr>
          <a:xfrm>
            <a:off x="6280189" y="2691526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JavaScript Implementation: Binary Search</a:t>
            </a:r>
          </a:p>
        </p:txBody>
      </p:sp>
      <p:sp>
        <p:nvSpPr>
          <p:cNvPr id="147" name="Text 1"/>
          <p:cNvSpPr txBox="1"/>
          <p:nvPr/>
        </p:nvSpPr>
        <p:spPr>
          <a:xfrm>
            <a:off x="6280189" y="4449247"/>
            <a:ext cx="7556422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pPr>
            <a:r>
              <a:rPr sz="2000" b="1">
                <a:solidFill>
                  <a:srgbClr val="000000"/>
                </a:solidFill>
                <a:latin typeface="Calibri"/>
              </a:rPr>
              <a:t>The binary search algorithm is implemented in JavaScript. The code interacts directly with the pre-sorted product data. The product data must be sorted before the binary search can be applied.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 txBox="1"/>
          <p:nvPr/>
        </p:nvSpPr>
        <p:spPr>
          <a:xfrm>
            <a:off x="793790" y="3751898"/>
            <a:ext cx="13042822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Binary search significantly outperforms linear search (O(n)) with larger datasets. The performance gains are visualized using graphs and charts. This demonstrates the efficiency of binary search in e-commerce.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 0"/>
          <p:cNvSpPr txBox="1"/>
          <p:nvPr/>
        </p:nvSpPr>
        <p:spPr>
          <a:xfrm>
            <a:off x="6280189" y="2257900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Other Applications of Binary Search in E-Commerce</a:t>
            </a:r>
          </a:p>
        </p:txBody>
      </p:sp>
      <p:sp>
        <p:nvSpPr>
          <p:cNvPr id="153" name="Text 1"/>
          <p:cNvSpPr txBox="1"/>
          <p:nvPr/>
        </p:nvSpPr>
        <p:spPr>
          <a:xfrm>
            <a:off x="6280189" y="4724400"/>
            <a:ext cx="3271622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Searching for product reviews.</a:t>
            </a:r>
          </a:p>
        </p:txBody>
      </p:sp>
      <p:sp>
        <p:nvSpPr>
          <p:cNvPr id="154" name="Text 2"/>
          <p:cNvSpPr txBox="1"/>
          <p:nvPr/>
        </p:nvSpPr>
        <p:spPr>
          <a:xfrm>
            <a:off x="6280189" y="5166597"/>
            <a:ext cx="2371757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Finding price ranges.</a:t>
            </a:r>
          </a:p>
        </p:txBody>
      </p:sp>
      <p:sp>
        <p:nvSpPr>
          <p:cNvPr id="155" name="Text 3"/>
          <p:cNvSpPr txBox="1"/>
          <p:nvPr/>
        </p:nvSpPr>
        <p:spPr>
          <a:xfrm>
            <a:off x="6280189" y="5608796"/>
            <a:ext cx="4963295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Filtering products by attributes (e.g., size, color).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 0"/>
          <p:cNvSpPr txBox="1"/>
          <p:nvPr/>
        </p:nvSpPr>
        <p:spPr>
          <a:xfrm>
            <a:off x="793790" y="2691526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Challenges and Lessons Learned</a:t>
            </a:r>
          </a:p>
        </p:txBody>
      </p:sp>
      <p:sp>
        <p:nvSpPr>
          <p:cNvPr id="159" name="Text 1"/>
          <p:cNvSpPr txBox="1"/>
          <p:nvPr/>
        </p:nvSpPr>
        <p:spPr>
          <a:xfrm>
            <a:off x="793790" y="4449247"/>
            <a:ext cx="7556422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Challenges included data sorting and debugging JavaScript. We learned valuable lessons about binary search implementation and web development. We plan future improvements based on these lessons.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 0"/>
          <p:cNvSpPr txBox="1"/>
          <p:nvPr/>
        </p:nvSpPr>
        <p:spPr>
          <a:xfrm>
            <a:off x="6280189" y="3045976"/>
            <a:ext cx="5600701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solidFill>
                  <a:srgbClr val="231971"/>
                </a:solidFill>
                <a:latin typeface="Outfit Extra Bold"/>
                <a:ea typeface="Outfit Extra Bold"/>
                <a:cs typeface="Outfit Extra Bold"/>
                <a:sym typeface="Outfit Extra Bold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Conclusion and Q&amp;A</a:t>
            </a:r>
          </a:p>
        </p:txBody>
      </p:sp>
      <p:sp>
        <p:nvSpPr>
          <p:cNvPr id="163" name="Text 1"/>
          <p:cNvSpPr txBox="1"/>
          <p:nvPr/>
        </p:nvSpPr>
        <p:spPr>
          <a:xfrm>
            <a:off x="6280189" y="4094917"/>
            <a:ext cx="7556422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defRPr>
            </a:lvl1pPr>
          </a:lstStyle>
          <a:p>
            <a:r>
              <a:rPr sz="2000" b="1">
                <a:solidFill>
                  <a:srgbClr val="000000"/>
                </a:solidFill>
                <a:latin typeface="Calibri"/>
              </a:rPr>
              <a:t>We achieved our goals by creating an e-commerce website with efficient product search using binary search. We hope you found our presentation helpful! Now we would like to invite you for questions.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03366"/>
                </a:solidFill>
              </a:rPr>
              <a:t>✨ Thank You! ✨
We truly appreciate your time and attention.</a:t>
            </a:r>
          </a:p>
          <a:p>
            <a:pPr algn="l"/>
            <a:r>
              <a:rPr sz="2400" i="1">
                <a:solidFill>
                  <a:srgbClr val="646464"/>
                </a:solidFill>
              </a:rPr>
              <a:t>— Team Binary Search E-Commerce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Custom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Arimo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Mukul Anand</cp:lastModifiedBy>
  <cp:revision>1</cp:revision>
  <dcterms:modified xsi:type="dcterms:W3CDTF">2025-04-18T06:31:33Z</dcterms:modified>
</cp:coreProperties>
</file>